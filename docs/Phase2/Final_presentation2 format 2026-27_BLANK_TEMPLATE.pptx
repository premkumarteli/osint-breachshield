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19"/>
  </p:notesMasterIdLst>
  <p:sldIdLst>
    <p:sldId id="256" r:id="rId2"/>
    <p:sldId id="257" r:id="rId3"/>
    <p:sldId id="258" r:id="rId4"/>
    <p:sldId id="271" r:id="rId5"/>
    <p:sldId id="259" r:id="rId6"/>
    <p:sldId id="277" r:id="rId7"/>
    <p:sldId id="260" r:id="rId8"/>
    <p:sldId id="261" r:id="rId9"/>
    <p:sldId id="280" r:id="rId10"/>
    <p:sldId id="281" r:id="rId11"/>
    <p:sldId id="284" r:id="rId12"/>
    <p:sldId id="282" r:id="rId13"/>
    <p:sldId id="283" r:id="rId14"/>
    <p:sldId id="285" r:id="rId15"/>
    <p:sldId id="270" r:id="rId16"/>
    <p:sldId id="267" r:id="rId17"/>
    <p:sldId id="268" r:id="rId18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9wjYg4pY/HyKhMt35MO99UX9l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8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453624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190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C7F4C-843C-B31F-6984-B15876E12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0B0EC-2550-1C96-9092-C533F387D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695350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6D170-920A-2D4E-2C5D-328923F85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547E0-1F1B-23B9-C03F-0953AB5DD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EDC67-AE64-C63B-B7CE-4AA8D54912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E849F-29B7-899D-3820-8F86BD90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07280-235B-4ED5-298E-91AFFDFDA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91321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FC0DB-E068-DF61-DDA8-E88C33A09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3A397-B2B1-D55D-AC35-46099923A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1DC97-FC27-881A-C302-43DFC47F3C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78D8F-7705-7C40-8876-BC621971C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52762-5F64-A15D-A7CC-0FB472C8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62411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A8F8-4C93-6C45-FFA3-0CE44CA9C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C966F-149B-29C8-59D7-567514BE9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2363F-78F5-7B35-F066-AF272E2DA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62309-E80B-985C-BDDA-03ACE6AC59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5085E-2B82-6149-4E7B-AB94F3EEE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3A52D-B2C3-0693-0D97-E8700E8C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59034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C9BE3-B161-CDE6-0FBC-9B24B6F66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76472-6036-0C33-802A-E101A562F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E027D-9414-AE87-0606-47B274383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5607B-F5B0-2140-62B5-38049D226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8897D3-EAF3-1D5C-44D4-BE2D94975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A53B1B-C430-7121-F572-605CD864C7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6D1BD-5319-D9BE-0D46-939882A34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9A6116-76D8-1059-3F84-D8E57254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97224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B6AF-9B37-ACB1-2D61-FC38E6A7D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21F720-D105-DE9E-909B-4B47F4CCBD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C88AEE-19B7-BD80-0B69-68BF3A77E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34046-CE68-8199-39C8-252798D7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92086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C08FC-5528-A37F-FFA5-BCF571AF23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CEC528-3997-C8C5-2D66-179D57880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F1F73-0C07-C38B-22E3-7BE16BCF8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907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ED29-4B17-1B9D-84F8-DC8B063DA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F5440-402A-D481-EC74-766C6CCED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797F4-7184-32C9-88E7-4D8CC2621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934A6-0699-7C79-008F-5EB7EA1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AE608-3D8E-D8E2-BCE3-7F4E8462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5A092-B516-BAA9-9210-C87D41E7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19323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51674-2773-85B9-5D13-675502CD0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E6DBA7-288B-BB8F-6F19-2C72232DBD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BBEB4E-A422-51B8-5DD6-793D4AB09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A1595-DD64-C3D9-52C7-00EDCF340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E52C-6BAC-58A5-711E-C06A6B137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40756-A897-E5AA-D34C-CC3F5F5E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58431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0B52-4AF4-56B9-F5A4-F6A4DBBF7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69D48-FE6E-F35E-6A39-B7CC694B2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1AA4F-6C0D-14ED-49FE-30E8B81A5E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EC5AA-7C76-2051-AD8F-A563A0D53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ABAB0-99F8-7686-147F-47249B3E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21634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783786-01A4-B97D-B4F8-9273FBC8B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461E9-48A1-C875-9B58-6A9C57793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B4078-23E0-090E-90DC-0E02B8A9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A882A-0914-E019-7EBA-F983A19A5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ED0D4-35D8-4EF4-8158-517A6658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92760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>
            <a:spLocks noGrp="1"/>
          </p:cNvSpPr>
          <p:nvPr>
            <p:ph type="pic" idx="2"/>
          </p:nvPr>
        </p:nvSpPr>
        <p:spPr>
          <a:xfrm>
            <a:off x="3429000" y="971550"/>
            <a:ext cx="236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1"/>
          </p:nvPr>
        </p:nvSpPr>
        <p:spPr>
          <a:xfrm>
            <a:off x="381000" y="57150"/>
            <a:ext cx="419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4800600" y="57150"/>
            <a:ext cx="3276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dt" idx="10"/>
          </p:nvPr>
        </p:nvSpPr>
        <p:spPr>
          <a:xfrm>
            <a:off x="7772400" y="4602163"/>
            <a:ext cx="76676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ftr" idx="11"/>
          </p:nvPr>
        </p:nvSpPr>
        <p:spPr>
          <a:xfrm>
            <a:off x="1943100" y="4602163"/>
            <a:ext cx="57165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 sz="1400"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18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6876A83-E534-8A8B-1483-F5618D6B4F6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53738" cy="514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CC8704-CF87-8F5E-4EF2-FEAE9785955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6" y="1182082"/>
            <a:ext cx="1658405" cy="23005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474A41-4E7C-3B2B-B301-C6B54F55416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040" y="0"/>
            <a:ext cx="19327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33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body" idx="1"/>
          </p:nvPr>
        </p:nvSpPr>
        <p:spPr>
          <a:xfrm>
            <a:off x="1450182" y="2623741"/>
            <a:ext cx="3754582" cy="154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550"/>
              <a:buFont typeface="Times New Roman"/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   Under the Guidance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550"/>
              <a:buFont typeface="Times New Roman"/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    </a:t>
            </a:r>
            <a:r>
              <a:rPr lang="en-US" sz="1800" b="1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Prof. Yogesh N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550"/>
              <a:buFont typeface="Times New Roman"/>
              <a:buNone/>
            </a:pPr>
            <a:r>
              <a:rPr lang="en-US" sz="18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                  Assistant Professor</a:t>
            </a:r>
            <a:r>
              <a:rPr lang="en-US" sz="1800" b="1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          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550"/>
              <a:buFont typeface="Times New Roman"/>
              <a:buNone/>
            </a:pPr>
            <a:r>
              <a:rPr lang="en-US" sz="18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                </a:t>
            </a:r>
            <a:r>
              <a:rPr lang="en-US" sz="1800" b="1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Department of ISE</a:t>
            </a:r>
            <a:endParaRPr sz="1800" b="1" i="0" u="none" strike="noStrike" cap="none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45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        Acharya Institute Of Technology </a:t>
            </a:r>
            <a:endParaRPr sz="1800" b="1" i="0" u="none" strike="noStrike" cap="none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600"/>
              <a:buFont typeface="Noto Sans Symbols"/>
              <a:buNone/>
            </a:pPr>
            <a:endParaRPr sz="2400" b="1" i="0" u="none" strike="noStrike" cap="none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550"/>
              <a:buFont typeface="Noto Sans Symbols"/>
              <a:buNone/>
            </a:pP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550"/>
              <a:buFont typeface="Times New Roman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                       											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550"/>
              <a:buFont typeface="Noto Sans Symbols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550"/>
              <a:buFont typeface="Noto Sans Symbols"/>
              <a:buNone/>
            </a:pP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750"/>
              <a:buFont typeface="Noto Sans Symbols"/>
              <a:buNone/>
            </a:pP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750"/>
              <a:buFont typeface="Noto Sans Symbols"/>
              <a:buNone/>
            </a:pP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ctrTitle" idx="4294967295"/>
          </p:nvPr>
        </p:nvSpPr>
        <p:spPr>
          <a:xfrm>
            <a:off x="2108273" y="821188"/>
            <a:ext cx="5200000" cy="131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TITLE</a:t>
            </a:r>
            <a:r>
              <a:rPr lang="en-US" sz="36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800" b="1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5195455" y="2493817"/>
            <a:ext cx="3401291" cy="2138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No:-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Team  Members: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ABC	                  </a:t>
            </a:r>
            <a:r>
              <a:rPr lang="en-IN" sz="1800" b="1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IN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1AY21IS0XX</a:t>
            </a:r>
            <a:r>
              <a:rPr lang="en-IN" sz="1800" b="1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PQR                            (1AY21IS0XX)</a:t>
            </a:r>
          </a:p>
          <a:p>
            <a:r>
              <a:rPr lang="en-IN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XYZ            </a:t>
            </a:r>
            <a:r>
              <a:rPr lang="en-IN" sz="1800" b="1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                  (1AY21IS1XX)</a:t>
            </a:r>
          </a:p>
          <a:p>
            <a:r>
              <a:rPr lang="en-IN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IJK</a:t>
            </a:r>
            <a:r>
              <a:rPr lang="en-IN" sz="1800" b="1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          	                   </a:t>
            </a:r>
            <a:r>
              <a:rPr lang="en-IN"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(1AY21IS1XX</a:t>
            </a:r>
            <a:r>
              <a:rPr lang="en-IN" sz="1800" b="1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b="0" i="0" u="none" strike="noStrike" cap="none" dirty="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416557" y="75486"/>
            <a:ext cx="7557796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3200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Major Project Phase-II 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Presentation</a:t>
            </a:r>
          </a:p>
          <a:p>
            <a:pPr lvl="0" algn="ctr"/>
            <a:r>
              <a:rPr lang="en-US" sz="2400" b="0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(2026-2027)</a:t>
            </a:r>
            <a:endParaRPr sz="1050" dirty="0">
              <a:solidFill>
                <a:srgbClr val="C00000"/>
              </a:solidFill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25D59EBE-BC85-3287-B29E-CC3CCF5DDE14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55;p1">
            <a:extLst>
              <a:ext uri="{FF2B5EF4-FFF2-40B4-BE49-F238E27FC236}">
                <a16:creationId xmlns:a16="http://schemas.microsoft.com/office/drawing/2014/main" id="{AC3DC087-E359-93E6-4B99-7D7CF607A2B7}"/>
              </a:ext>
            </a:extLst>
          </p:cNvPr>
          <p:cNvSpPr txBox="1">
            <a:spLocks/>
          </p:cNvSpPr>
          <p:nvPr/>
        </p:nvSpPr>
        <p:spPr>
          <a:xfrm>
            <a:off x="2604764" y="1504952"/>
            <a:ext cx="5200000" cy="131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800" b="1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Subject Code</a:t>
            </a:r>
            <a:r>
              <a:rPr lang="en-US" sz="3600" b="1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N" sz="2800" b="1" dirty="0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BIS786</a:t>
            </a:r>
            <a:endParaRPr lang="en-US" sz="2800" b="1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fld>
            <a:endParaRPr sz="2000" b="1" i="1" u="none" strike="noStrike" cap="none">
              <a:solidFill>
                <a:srgbClr val="FE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ctrTitle" idx="4294967295"/>
          </p:nvPr>
        </p:nvSpPr>
        <p:spPr>
          <a:xfrm>
            <a:off x="0" y="61913"/>
            <a:ext cx="7766050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11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842654" y="585355"/>
            <a:ext cx="653142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+mj-lt"/>
              </a:rPr>
              <a:t>Abstract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+mj-lt"/>
              </a:rPr>
              <a:t>Introduction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+mj-lt"/>
              </a:rPr>
              <a:t>Problem Statement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+mj-lt"/>
              </a:rPr>
              <a:t>Requirement Specification(Hardware &amp; Software)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+mj-lt"/>
              </a:rPr>
              <a:t>Literature Survey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+mj-lt"/>
              </a:rPr>
              <a:t>System Design [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Any two designs from the list </a:t>
            </a:r>
            <a:r>
              <a:rPr lang="en-US" sz="1600" dirty="0">
                <a:latin typeface="+mj-lt"/>
              </a:rPr>
              <a:t>(</a:t>
            </a:r>
            <a:r>
              <a:rPr lang="en-US" sz="1600" dirty="0"/>
              <a:t>Data Flow Diagram ,Flow </a:t>
            </a:r>
            <a:r>
              <a:rPr lang="en-US" sz="1600" dirty="0" err="1"/>
              <a:t>Charts,Class</a:t>
            </a:r>
            <a:r>
              <a:rPr lang="en-US" sz="1600" dirty="0"/>
              <a:t> Diagram, Use Case Diagram, Sequence </a:t>
            </a:r>
            <a:r>
              <a:rPr lang="en-US" sz="1600" dirty="0" err="1"/>
              <a:t>Diagram,Object</a:t>
            </a:r>
            <a:r>
              <a:rPr lang="en-US" sz="1600" dirty="0"/>
              <a:t> Diagram, State Chart Diagram, Collaboration </a:t>
            </a:r>
            <a:r>
              <a:rPr lang="en-US" sz="1600" dirty="0" err="1"/>
              <a:t>Diagram,Activity</a:t>
            </a:r>
            <a:r>
              <a:rPr lang="en-US" sz="1600" dirty="0"/>
              <a:t> diagram)]</a:t>
            </a:r>
          </a:p>
          <a:p>
            <a:r>
              <a:rPr lang="en-US" sz="1600" dirty="0"/>
              <a:t> 7.  </a:t>
            </a:r>
            <a:r>
              <a:rPr lang="en-US" sz="1600" dirty="0">
                <a:latin typeface="+mj-lt"/>
              </a:rPr>
              <a:t>Implementation (All Modules)</a:t>
            </a:r>
          </a:p>
          <a:p>
            <a:r>
              <a:rPr lang="en-US" sz="1600" dirty="0">
                <a:latin typeface="+mj-lt"/>
              </a:rPr>
              <a:t> 8.  Testing</a:t>
            </a:r>
          </a:p>
          <a:p>
            <a:r>
              <a:rPr lang="en-US" sz="1600" dirty="0">
                <a:latin typeface="+mj-lt"/>
              </a:rPr>
              <a:t> 9.  Test Cases</a:t>
            </a:r>
          </a:p>
          <a:p>
            <a:r>
              <a:rPr lang="en-US" sz="1600" dirty="0">
                <a:latin typeface="+mj-lt"/>
              </a:rPr>
              <a:t>10. Results(Snapshots)</a:t>
            </a:r>
          </a:p>
          <a:p>
            <a:r>
              <a:rPr lang="en-US" sz="1600" dirty="0">
                <a:latin typeface="+mj-lt"/>
              </a:rPr>
              <a:t>11. Conclusion</a:t>
            </a:r>
          </a:p>
          <a:p>
            <a:r>
              <a:rPr lang="en-US" sz="1600" dirty="0">
                <a:latin typeface="+mj-lt"/>
              </a:rPr>
              <a:t>12. Future Enhancements</a:t>
            </a:r>
          </a:p>
          <a:p>
            <a:r>
              <a:rPr lang="en-US" sz="1600" dirty="0">
                <a:latin typeface="+mj-lt"/>
              </a:rPr>
              <a:t>13. </a:t>
            </a:r>
            <a:r>
              <a:rPr lang="en-US" sz="1600" dirty="0">
                <a:latin typeface="+mn-lt"/>
              </a:rPr>
              <a:t>References</a:t>
            </a: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7360C5C6-BDAD-D446-C1E8-2502C8F2F53E}"/>
              </a:ext>
            </a:extLst>
          </p:cNvPr>
          <p:cNvSpPr txBox="1"/>
          <p:nvPr/>
        </p:nvSpPr>
        <p:spPr>
          <a:xfrm>
            <a:off x="201496" y="2805452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fld>
            <a:endParaRPr sz="2000" b="1" i="1" u="none" strike="noStrike" cap="none">
              <a:solidFill>
                <a:srgbClr val="FE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" name="Google Shape;72;p3"/>
          <p:cNvSpPr txBox="1">
            <a:spLocks noGrp="1"/>
          </p:cNvSpPr>
          <p:nvPr>
            <p:ph type="ctrTitle" idx="4294967295"/>
          </p:nvPr>
        </p:nvSpPr>
        <p:spPr>
          <a:xfrm>
            <a:off x="0" y="57150"/>
            <a:ext cx="7694613" cy="7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br>
              <a:rPr lang="en-US" sz="2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 b="1" i="0" u="none" strike="noStrike" cap="none" dirty="0">
              <a:solidFill>
                <a:srgbClr val="1581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790530" y="2610736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fld>
            <a:endParaRPr sz="2000" b="0" i="0" u="none" strike="noStrike" cap="none">
              <a:solidFill>
                <a:srgbClr val="FE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3EA77-B8EE-4465-E7C5-BE5FA9C44F92}"/>
              </a:ext>
            </a:extLst>
          </p:cNvPr>
          <p:cNvSpPr txBox="1"/>
          <p:nvPr/>
        </p:nvSpPr>
        <p:spPr>
          <a:xfrm>
            <a:off x="2022763" y="1041479"/>
            <a:ext cx="6531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Note:- Write Abstract in one paragraph in your own words</a:t>
            </a:r>
            <a:endParaRPr lang="en-US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FC7A7703-DD32-0F5F-9961-81D1C0535EA5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8656" y="400692"/>
            <a:ext cx="5188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             INTRODUCTION</a:t>
            </a:r>
            <a:endParaRPr lang="en-US" sz="2000" dirty="0"/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id="{FCF587C3-1CE2-9C7A-4C68-5B6CC8D32B75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80;p4">
            <a:extLst>
              <a:ext uri="{FF2B5EF4-FFF2-40B4-BE49-F238E27FC236}">
                <a16:creationId xmlns:a16="http://schemas.microsoft.com/office/drawing/2014/main" id="{F93F0E30-BBAE-DB74-DE4E-53F0AFDAAE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4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7059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1096963" y="1"/>
            <a:ext cx="6908947" cy="64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8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lang="en-US" sz="2800" dirty="0"/>
          </a:p>
        </p:txBody>
      </p:sp>
      <p:sp>
        <p:nvSpPr>
          <p:cNvPr id="80" name="Google Shape;80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0E7B5E-18A2-365F-C875-0BE204B9C7DF}"/>
              </a:ext>
            </a:extLst>
          </p:cNvPr>
          <p:cNvSpPr txBox="1"/>
          <p:nvPr/>
        </p:nvSpPr>
        <p:spPr>
          <a:xfrm>
            <a:off x="1899805" y="1174829"/>
            <a:ext cx="6531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Note:- Mention the problem which you are addressing</a:t>
            </a:r>
            <a:endParaRPr lang="en-US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id="{0C27BA88-17AE-9E7C-5A6F-8F837CC2F6F9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</a:t>
            </a:r>
            <a:endParaRPr lang="en-US" sz="1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83182" y="304059"/>
            <a:ext cx="49776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228600" algn="ctr">
              <a:buSzPts val="1400"/>
            </a:pPr>
            <a:r>
              <a:rPr lang="en-US" sz="28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REQUIREMENT SPECIFICATION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FB1F71-7504-1621-1A25-A33645877DAA}"/>
              </a:ext>
            </a:extLst>
          </p:cNvPr>
          <p:cNvSpPr txBox="1"/>
          <p:nvPr/>
        </p:nvSpPr>
        <p:spPr>
          <a:xfrm>
            <a:off x="1934441" y="1160975"/>
            <a:ext cx="6531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Note:- Write Functional and non functional requirements of your project</a:t>
            </a:r>
            <a:endParaRPr lang="en-US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id="{3B0895E0-374A-FAF6-61BF-433B33DA3A14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8627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1096963" y="245230"/>
            <a:ext cx="7045224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2800"/>
              <a:buFont typeface="Calibri"/>
              <a:buNone/>
            </a:pPr>
            <a:r>
              <a:rPr lang="en-US" sz="28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 sz="1100" b="1" dirty="0"/>
          </a:p>
        </p:txBody>
      </p:sp>
      <p:sp>
        <p:nvSpPr>
          <p:cNvPr id="89" name="Google Shape;89;p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7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2094721" y="1415530"/>
            <a:ext cx="59419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Note:- Select any two designs from the given designs.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id="{76D7E253-DC2B-55DC-D1C0-07446D746AC7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body" idx="1"/>
          </p:nvPr>
        </p:nvSpPr>
        <p:spPr>
          <a:xfrm>
            <a:off x="688623" y="255528"/>
            <a:ext cx="7538184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2800"/>
              <a:buFont typeface="Calibri"/>
              <a:buNone/>
            </a:pPr>
            <a:r>
              <a:rPr lang="en-US" sz="28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</a:p>
        </p:txBody>
      </p:sp>
      <p:sp>
        <p:nvSpPr>
          <p:cNvPr id="97" name="Google Shape;97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1931437" y="1498730"/>
            <a:ext cx="65059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Note: List all the Modules of your Projects and Provide brief explanation(if you want you can place code snippets where ever it is required)</a:t>
            </a:r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id="{FF6B9C51-B311-53F9-703C-AC46CFBA1B0E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96343" y="822327"/>
            <a:ext cx="21926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1581AA"/>
              </a:buClr>
              <a:buSzPts val="2800"/>
            </a:pPr>
            <a:r>
              <a:rPr lang="en-US" sz="20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66BF0A-ABB8-A486-B40A-376B04EA133A}"/>
              </a:ext>
            </a:extLst>
          </p:cNvPr>
          <p:cNvSpPr/>
          <p:nvPr/>
        </p:nvSpPr>
        <p:spPr>
          <a:xfrm>
            <a:off x="2094721" y="1415530"/>
            <a:ext cx="59419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Note:- Explanation about how testing is carried for your Project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Google Shape;98;g2eff20282af_0_123">
            <a:extLst>
              <a:ext uri="{FF2B5EF4-FFF2-40B4-BE49-F238E27FC236}">
                <a16:creationId xmlns:a16="http://schemas.microsoft.com/office/drawing/2014/main" id="{8DFA2E4A-3B97-D2D9-7AE2-11E30C848D62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80;p4">
            <a:extLst>
              <a:ext uri="{FF2B5EF4-FFF2-40B4-BE49-F238E27FC236}">
                <a16:creationId xmlns:a16="http://schemas.microsoft.com/office/drawing/2014/main" id="{3F94A72A-4E10-4B90-1293-7B62D8E340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9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652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82041" y="543716"/>
            <a:ext cx="21926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1581AA"/>
              </a:buClr>
              <a:buSzPts val="2800"/>
            </a:pPr>
            <a:r>
              <a:rPr lang="en-US" sz="2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TEST CASES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44D323-4235-7E9A-5B20-EC3C9CF4A0C4}"/>
              </a:ext>
            </a:extLst>
          </p:cNvPr>
          <p:cNvSpPr/>
          <p:nvPr/>
        </p:nvSpPr>
        <p:spPr>
          <a:xfrm>
            <a:off x="1930413" y="1151209"/>
            <a:ext cx="59419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Note:- write 10 to 12 Test Cases in Table format for unit, integration and system Testing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9039B8-7525-3241-39D9-58A3A8018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420983"/>
              </p:ext>
            </p:extLst>
          </p:nvPr>
        </p:nvGraphicFramePr>
        <p:xfrm>
          <a:off x="1863436" y="1975657"/>
          <a:ext cx="6684819" cy="2537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004">
                  <a:extLst>
                    <a:ext uri="{9D8B030D-6E8A-4147-A177-3AD203B41FA5}">
                      <a16:colId xmlns:a16="http://schemas.microsoft.com/office/drawing/2014/main" val="3331035552"/>
                    </a:ext>
                  </a:extLst>
                </a:gridCol>
                <a:gridCol w="891704">
                  <a:extLst>
                    <a:ext uri="{9D8B030D-6E8A-4147-A177-3AD203B41FA5}">
                      <a16:colId xmlns:a16="http://schemas.microsoft.com/office/drawing/2014/main" val="1645643880"/>
                    </a:ext>
                  </a:extLst>
                </a:gridCol>
                <a:gridCol w="997999">
                  <a:extLst>
                    <a:ext uri="{9D8B030D-6E8A-4147-A177-3AD203B41FA5}">
                      <a16:colId xmlns:a16="http://schemas.microsoft.com/office/drawing/2014/main" val="2854727022"/>
                    </a:ext>
                  </a:extLst>
                </a:gridCol>
                <a:gridCol w="862177">
                  <a:extLst>
                    <a:ext uri="{9D8B030D-6E8A-4147-A177-3AD203B41FA5}">
                      <a16:colId xmlns:a16="http://schemas.microsoft.com/office/drawing/2014/main" val="205794636"/>
                    </a:ext>
                  </a:extLst>
                </a:gridCol>
                <a:gridCol w="856271">
                  <a:extLst>
                    <a:ext uri="{9D8B030D-6E8A-4147-A177-3AD203B41FA5}">
                      <a16:colId xmlns:a16="http://schemas.microsoft.com/office/drawing/2014/main" val="3500452425"/>
                    </a:ext>
                  </a:extLst>
                </a:gridCol>
                <a:gridCol w="921230">
                  <a:extLst>
                    <a:ext uri="{9D8B030D-6E8A-4147-A177-3AD203B41FA5}">
                      <a16:colId xmlns:a16="http://schemas.microsoft.com/office/drawing/2014/main" val="3245684275"/>
                    </a:ext>
                  </a:extLst>
                </a:gridCol>
                <a:gridCol w="1594434">
                  <a:extLst>
                    <a:ext uri="{9D8B030D-6E8A-4147-A177-3AD203B41FA5}">
                      <a16:colId xmlns:a16="http://schemas.microsoft.com/office/drawing/2014/main" val="4133285507"/>
                    </a:ext>
                  </a:extLst>
                </a:gridCol>
              </a:tblGrid>
              <a:tr h="662763">
                <a:tc>
                  <a:txBody>
                    <a:bodyPr/>
                    <a:lstStyle/>
                    <a:p>
                      <a:r>
                        <a:rPr lang="en-IN" dirty="0"/>
                        <a:t>Test Case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Type of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Obtained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Status of Test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677915"/>
                  </a:ext>
                </a:extLst>
              </a:tr>
              <a:tr h="66276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Unit Testing(Login Module)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Login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Password matched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Login Successful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356576"/>
                  </a:ext>
                </a:extLst>
              </a:tr>
              <a:tr h="8551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Unit</a:t>
                      </a:r>
                    </a:p>
                    <a:p>
                      <a:pPr algn="ctr"/>
                      <a:r>
                        <a:rPr lang="en-IN" dirty="0"/>
                        <a:t>Testing (Login Module)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Login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Password matched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Not showing the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Write about how the login module error is resolved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996842"/>
                  </a:ext>
                </a:extLst>
              </a:tr>
            </a:tbl>
          </a:graphicData>
        </a:graphic>
      </p:graphicFrame>
      <p:sp>
        <p:nvSpPr>
          <p:cNvPr id="5" name="Google Shape;98;g2eff20282af_0_123">
            <a:extLst>
              <a:ext uri="{FF2B5EF4-FFF2-40B4-BE49-F238E27FC236}">
                <a16:creationId xmlns:a16="http://schemas.microsoft.com/office/drawing/2014/main" id="{503D2D0A-4053-0BD2-D87E-AFA5EF52324A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80;p4">
            <a:extLst>
              <a:ext uri="{FF2B5EF4-FFF2-40B4-BE49-F238E27FC236}">
                <a16:creationId xmlns:a16="http://schemas.microsoft.com/office/drawing/2014/main" id="{846A73A8-648D-88BD-909D-235CBF5BBC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10</a:t>
            </a:r>
            <a:endParaRPr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646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96343" y="822327"/>
            <a:ext cx="21926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1581AA"/>
              </a:buClr>
              <a:buSzPts val="2800"/>
            </a:pPr>
            <a:r>
              <a:rPr lang="en-US" sz="2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44D323-4235-7E9A-5B20-EC3C9CF4A0C4}"/>
              </a:ext>
            </a:extLst>
          </p:cNvPr>
          <p:cNvSpPr/>
          <p:nvPr/>
        </p:nvSpPr>
        <p:spPr>
          <a:xfrm>
            <a:off x="2094721" y="1415530"/>
            <a:ext cx="59419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Note:- Place 5 to 6 Screenshots of your project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Google Shape;98;g2eff20282af_0_123">
            <a:extLst>
              <a:ext uri="{FF2B5EF4-FFF2-40B4-BE49-F238E27FC236}">
                <a16:creationId xmlns:a16="http://schemas.microsoft.com/office/drawing/2014/main" id="{A38664D7-FD3A-CA14-36C0-C16BE487AE1A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80;p4">
            <a:extLst>
              <a:ext uri="{FF2B5EF4-FFF2-40B4-BE49-F238E27FC236}">
                <a16:creationId xmlns:a16="http://schemas.microsoft.com/office/drawing/2014/main" id="{12CEFE67-1072-5FD3-C46D-01FB218AB6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11</a:t>
            </a:r>
            <a:endParaRPr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797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A1A492-DC90-E017-4A7D-4FC71B18C8F2}"/>
              </a:ext>
            </a:extLst>
          </p:cNvPr>
          <p:cNvSpPr/>
          <p:nvPr/>
        </p:nvSpPr>
        <p:spPr>
          <a:xfrm>
            <a:off x="1350169" y="472279"/>
            <a:ext cx="5893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1581AA"/>
              </a:buClr>
              <a:buSzPts val="2800"/>
            </a:pPr>
            <a:r>
              <a:rPr lang="en-US" sz="2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2058C148-CECC-2E0B-9332-3E051389814A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80;p4">
            <a:extLst>
              <a:ext uri="{FF2B5EF4-FFF2-40B4-BE49-F238E27FC236}">
                <a16:creationId xmlns:a16="http://schemas.microsoft.com/office/drawing/2014/main" id="{1428E42C-0D5D-4ED2-D098-AC5B2672F6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12</a:t>
            </a:r>
            <a:endParaRPr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824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D546BA-32F1-10DD-D444-3B888F5F9036}"/>
              </a:ext>
            </a:extLst>
          </p:cNvPr>
          <p:cNvSpPr/>
          <p:nvPr/>
        </p:nvSpPr>
        <p:spPr>
          <a:xfrm>
            <a:off x="1350169" y="822327"/>
            <a:ext cx="5893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1581AA"/>
              </a:buClr>
              <a:buSzPts val="2800"/>
            </a:pPr>
            <a:r>
              <a:rPr lang="en-US" sz="2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FUTURE ENHANCEMENTS</a:t>
            </a: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F8A021D2-3E3E-40D8-EFD1-3A63E235E416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80;p4">
            <a:extLst>
              <a:ext uri="{FF2B5EF4-FFF2-40B4-BE49-F238E27FC236}">
                <a16:creationId xmlns:a16="http://schemas.microsoft.com/office/drawing/2014/main" id="{C4AFF4E4-4157-2908-0B92-C2D46E3A17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13</a:t>
            </a:r>
            <a:endParaRPr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952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966C2-A388-8C11-6168-56942823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2222-6C3A-4325-989C-6ACC575FA01E}" type="slidenum">
              <a:rPr lang="en-IN" smtClean="0"/>
              <a:t>14</a:t>
            </a:fld>
            <a:endParaRPr lang="en-IN"/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id="{ADE58A2F-24A3-1068-3491-FB662339537D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62B824-C693-4C9D-F03D-61B7715C1CDE}"/>
              </a:ext>
            </a:extLst>
          </p:cNvPr>
          <p:cNvSpPr/>
          <p:nvPr/>
        </p:nvSpPr>
        <p:spPr>
          <a:xfrm>
            <a:off x="1350169" y="822327"/>
            <a:ext cx="5893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1581AA"/>
              </a:buClr>
              <a:buSzPts val="2800"/>
            </a:pPr>
            <a:r>
              <a:rPr lang="en-US" sz="2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RESEARCH PAPER</a:t>
            </a:r>
          </a:p>
        </p:txBody>
      </p:sp>
    </p:spTree>
    <p:extLst>
      <p:ext uri="{BB962C8B-B14F-4D97-AF65-F5344CB8AC3E}">
        <p14:creationId xmlns:p14="http://schemas.microsoft.com/office/powerpoint/2010/main" val="1661147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body" idx="1"/>
          </p:nvPr>
        </p:nvSpPr>
        <p:spPr>
          <a:xfrm>
            <a:off x="688623" y="255528"/>
            <a:ext cx="7538184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03200" lvl="0" indent="0" algn="ctr" rtl="0"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2800"/>
              <a:buFont typeface="Calibri"/>
              <a:buNone/>
            </a:pPr>
            <a:r>
              <a:rPr lang="en-US" sz="28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References </a:t>
            </a:r>
            <a:endParaRPr b="1" dirty="0"/>
          </a:p>
        </p:txBody>
      </p:sp>
      <p:sp>
        <p:nvSpPr>
          <p:cNvPr id="97" name="Google Shape;97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14</a:t>
            </a:r>
            <a:endParaRPr dirty="0"/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32D7C325-EC14-BA32-DFA1-774888164E6D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3558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2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9695" y="730424"/>
            <a:ext cx="3612192" cy="321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2"/>
          <p:cNvSpPr txBox="1"/>
          <p:nvPr/>
        </p:nvSpPr>
        <p:spPr>
          <a:xfrm>
            <a:off x="564062" y="4740710"/>
            <a:ext cx="57463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sz="2000" i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7F4EB0A8-1808-F7F2-F796-174F5E11C465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/>
          <p:nvPr/>
        </p:nvSpPr>
        <p:spPr>
          <a:xfrm>
            <a:off x="650081" y="4743450"/>
            <a:ext cx="64293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</a:t>
            </a:r>
            <a:endParaRPr sz="2000" b="1" i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p13"/>
          <p:cNvSpPr txBox="1"/>
          <p:nvPr/>
        </p:nvSpPr>
        <p:spPr>
          <a:xfrm>
            <a:off x="3200400" y="2343150"/>
            <a:ext cx="2743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3" descr="A picture containing text, stationary, writing implement, pe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1982" y="1136073"/>
            <a:ext cx="6147176" cy="324164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DA73314A-428B-36EA-2C38-BC6CD16A4E61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harya-I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harya-ISE" id="{DB94E7EE-DE31-4F29-AA83-14CD25B5A065}" vid="{1A5B67FE-FD36-4B9E-AA94-BCA7123422E5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Acharya-ISE</Template>
  <TotalTime>1197</TotalTime>
  <Words>436</Words>
  <Application>Microsoft Office PowerPoint</Application>
  <PresentationFormat>On-screen Show (16:9)</PresentationFormat>
  <Paragraphs>112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Noto Sans Symbols</vt:lpstr>
      <vt:lpstr>Century Gothic</vt:lpstr>
      <vt:lpstr>Arial</vt:lpstr>
      <vt:lpstr>Times New Roman</vt:lpstr>
      <vt:lpstr>Calibri</vt:lpstr>
      <vt:lpstr>Acharya-ISE</vt:lpstr>
      <vt:lpstr>TITLE:</vt:lpstr>
      <vt:lpstr>Agenda</vt:lpstr>
      <vt:lpstr>Abstract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&lt;write your project title&gt;</dc:title>
  <dc:creator>Dr. Pankaj Kumar</dc:creator>
  <cp:lastModifiedBy>pankaj kumar</cp:lastModifiedBy>
  <cp:revision>44</cp:revision>
  <dcterms:modified xsi:type="dcterms:W3CDTF">2026-10-07T14:27:01Z</dcterms:modified>
</cp:coreProperties>
</file>